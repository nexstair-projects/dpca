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14" r:id="rId1"/>
  </p:sldMasterIdLst>
  <p:notesMasterIdLst>
    <p:notesMasterId r:id="rId10"/>
  </p:notesMasterIdLst>
  <p:sldIdLst>
    <p:sldId id="256" r:id="rId2"/>
    <p:sldId id="368" r:id="rId3"/>
    <p:sldId id="366" r:id="rId4"/>
    <p:sldId id="386" r:id="rId5"/>
    <p:sldId id="387" r:id="rId6"/>
    <p:sldId id="388" r:id="rId7"/>
    <p:sldId id="389" r:id="rId8"/>
    <p:sldId id="32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3126"/>
  </p:normalViewPr>
  <p:slideViewPr>
    <p:cSldViewPr snapToGrid="0" snapToObjects="1">
      <p:cViewPr varScale="1">
        <p:scale>
          <a:sx n="96" d="100"/>
          <a:sy n="96" d="100"/>
        </p:scale>
        <p:origin x="176" y="4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07/10/2025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8800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330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1648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323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433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503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74937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4209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59162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435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107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10/7/25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879863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CHRISTINE &amp; ANANT’S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90330" y="2994026"/>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NOVEMBER 29TH, 2025</a:t>
            </a:r>
            <a:r>
              <a:rPr lang="fr-FR">
                <a:solidFill>
                  <a:schemeClr val="bg2">
                    <a:lumMod val="50000"/>
                  </a:schemeClr>
                </a:solidFill>
                <a:latin typeface="Perpetua" panose="02020502060401020303" pitchFamily="18" charset="77"/>
                <a:ea typeface="Perpetua" charset="0"/>
                <a:cs typeface="Perpetua" charset="0"/>
              </a:rPr>
              <a:t>: </a:t>
            </a:r>
            <a:r>
              <a:rPr lang="fr-FR" b="1">
                <a:solidFill>
                  <a:schemeClr val="bg2">
                    <a:lumMod val="50000"/>
                  </a:schemeClr>
                </a:solidFill>
                <a:latin typeface="Perpetua" panose="02020502060401020303" pitchFamily="18" charset="77"/>
                <a:ea typeface="Perpetua" charset="0"/>
                <a:cs typeface="Perpetua" charset="0"/>
              </a:rPr>
              <a:t>PAVILLON </a:t>
            </a:r>
            <a:r>
              <a:rPr lang="fr-FR" b="1" dirty="0">
                <a:solidFill>
                  <a:schemeClr val="bg2">
                    <a:lumMod val="50000"/>
                  </a:schemeClr>
                </a:solidFill>
                <a:latin typeface="Perpetua" panose="02020502060401020303" pitchFamily="18" charset="77"/>
                <a:ea typeface="Perpetua" charset="0"/>
                <a:cs typeface="Perpetua" charset="0"/>
              </a:rPr>
              <a:t>DAUPHINE</a:t>
            </a:r>
            <a:endParaRPr lang="fr-FR" sz="2400" dirty="0">
              <a:solidFill>
                <a:schemeClr val="bg2">
                  <a:lumMod val="50000"/>
                </a:schemeClr>
              </a:solidFill>
              <a:latin typeface="Perpetua" panose="02020502060401020303" pitchFamily="18" charset="77"/>
              <a:ea typeface="Perpetua" charset="0"/>
              <a:cs typeface="Perpetua" charset="0"/>
            </a:endParaRP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177098" y="575706"/>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264838" y="1685926"/>
            <a:ext cx="4678223" cy="1200329"/>
          </a:xfrm>
          <a:prstGeom prst="rect">
            <a:avLst/>
          </a:prstGeom>
          <a:noFill/>
        </p:spPr>
        <p:txBody>
          <a:bodyPr wrap="square" rtlCol="0">
            <a:spAutoFit/>
          </a:bodyPr>
          <a:lstStyle/>
          <a:p>
            <a:pPr fontAlgn="base"/>
            <a:r>
              <a:rPr lang="en-US" sz="2400" dirty="0">
                <a:solidFill>
                  <a:schemeClr val="bg2">
                    <a:lumMod val="50000"/>
                  </a:schemeClr>
                </a:solidFill>
                <a:latin typeface="Perpetua" panose="02020502060401020303" pitchFamily="18" charset="77"/>
              </a:rPr>
              <a:t>Cream color poster with similar design &amp; font color to inspiration photo and Antique gold baroque style stand</a:t>
            </a:r>
          </a:p>
        </p:txBody>
      </p:sp>
      <p:pic>
        <p:nvPicPr>
          <p:cNvPr id="6" name="Picture 5">
            <a:extLst>
              <a:ext uri="{FF2B5EF4-FFF2-40B4-BE49-F238E27FC236}">
                <a16:creationId xmlns:a16="http://schemas.microsoft.com/office/drawing/2014/main" id="{1C57073B-84CF-81FB-BE0B-B4E298B685A1}"/>
              </a:ext>
            </a:extLst>
          </p:cNvPr>
          <p:cNvPicPr>
            <a:picLocks noChangeAspect="1"/>
          </p:cNvPicPr>
          <p:nvPr/>
        </p:nvPicPr>
        <p:blipFill>
          <a:blip r:embed="rId2"/>
          <a:stretch>
            <a:fillRect/>
          </a:stretch>
        </p:blipFill>
        <p:spPr>
          <a:xfrm>
            <a:off x="5242029" y="345320"/>
            <a:ext cx="4518838" cy="5804452"/>
          </a:xfrm>
          <a:prstGeom prst="rect">
            <a:avLst/>
          </a:prstGeom>
        </p:spPr>
      </p:pic>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3"/>
          <a:stretch>
            <a:fillRect/>
          </a:stretch>
        </p:blipFill>
        <p:spPr>
          <a:xfrm>
            <a:off x="9928678" y="906711"/>
            <a:ext cx="2103056" cy="3959087"/>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18258" y="656160"/>
            <a:ext cx="3631544" cy="527348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Seating Chart</a:t>
            </a:r>
          </a:p>
          <a:p>
            <a:pPr fontAlgn="base"/>
            <a:r>
              <a:rPr lang="en-US" sz="2400" dirty="0">
                <a:solidFill>
                  <a:schemeClr val="bg2">
                    <a:lumMod val="50000"/>
                  </a:schemeClr>
                </a:solidFill>
                <a:latin typeface="Perpetua" panose="02020502060401020303" pitchFamily="18" charset="77"/>
              </a:rPr>
              <a:t>Baroque gold frame (no flowers)</a:t>
            </a:r>
          </a:p>
          <a:p>
            <a:pPr fontAlgn="base"/>
            <a:r>
              <a:rPr lang="en-US" sz="2400" dirty="0">
                <a:solidFill>
                  <a:schemeClr val="bg2">
                    <a:lumMod val="50000"/>
                  </a:schemeClr>
                </a:solidFill>
                <a:latin typeface="Perpetua" panose="02020502060401020303" pitchFamily="18" charset="77"/>
              </a:rPr>
              <a:t>Cream color poster with dark brown script font (match to color of  Welcome sign)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12" name="Picture 11">
            <a:extLst>
              <a:ext uri="{FF2B5EF4-FFF2-40B4-BE49-F238E27FC236}">
                <a16:creationId xmlns:a16="http://schemas.microsoft.com/office/drawing/2014/main" id="{FE3B5E67-3620-A2D6-6F83-64D7C2F7497E}"/>
              </a:ext>
            </a:extLst>
          </p:cNvPr>
          <p:cNvPicPr>
            <a:picLocks noChangeAspect="1"/>
          </p:cNvPicPr>
          <p:nvPr/>
        </p:nvPicPr>
        <p:blipFill>
          <a:blip r:embed="rId2"/>
          <a:stretch>
            <a:fillRect/>
          </a:stretch>
        </p:blipFill>
        <p:spPr>
          <a:xfrm>
            <a:off x="9204332" y="533400"/>
            <a:ext cx="1927493" cy="3628582"/>
          </a:xfrm>
          <a:prstGeom prst="rect">
            <a:avLst/>
          </a:prstGeom>
        </p:spPr>
      </p:pic>
      <p:pic>
        <p:nvPicPr>
          <p:cNvPr id="16" name="Picture 15" descr="A gold frame with a table number and flowers&#10;&#10;AI-generated content may be incorrect.">
            <a:extLst>
              <a:ext uri="{FF2B5EF4-FFF2-40B4-BE49-F238E27FC236}">
                <a16:creationId xmlns:a16="http://schemas.microsoft.com/office/drawing/2014/main" id="{B5E9A1CD-8BA4-83C5-944E-020157EB4A3F}"/>
              </a:ext>
            </a:extLst>
          </p:cNvPr>
          <p:cNvPicPr>
            <a:picLocks noChangeAspect="1"/>
          </p:cNvPicPr>
          <p:nvPr/>
        </p:nvPicPr>
        <p:blipFill>
          <a:blip r:embed="rId3"/>
          <a:stretch>
            <a:fillRect/>
          </a:stretch>
        </p:blipFill>
        <p:spPr>
          <a:xfrm>
            <a:off x="3947559" y="533400"/>
            <a:ext cx="4953000" cy="5791200"/>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118257" y="278296"/>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6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6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descr="A close-up of a card&#10;&#10;AI-generated content may be incorrect.">
            <a:extLst>
              <a:ext uri="{FF2B5EF4-FFF2-40B4-BE49-F238E27FC236}">
                <a16:creationId xmlns:a16="http://schemas.microsoft.com/office/drawing/2014/main" id="{80BD6E25-2C67-B0A9-5AC2-44EC7EF84917}"/>
              </a:ext>
            </a:extLst>
          </p:cNvPr>
          <p:cNvPicPr>
            <a:picLocks noChangeAspect="1"/>
          </p:cNvPicPr>
          <p:nvPr/>
        </p:nvPicPr>
        <p:blipFill>
          <a:blip r:embed="rId2"/>
          <a:stretch>
            <a:fillRect/>
          </a:stretch>
        </p:blipFill>
        <p:spPr>
          <a:xfrm>
            <a:off x="5618921" y="1702352"/>
            <a:ext cx="5009321" cy="3715246"/>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18257" y="278296"/>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r>
              <a:rPr lang="en-US" sz="2400" dirty="0">
                <a:solidFill>
                  <a:schemeClr val="bg2">
                    <a:lumMod val="50000"/>
                  </a:schemeClr>
                </a:solidFill>
                <a:latin typeface="Perpetua" panose="02020502060401020303" pitchFamily="18" charset="77"/>
              </a:rPr>
              <a:t>Antique gold Baroque style picture frame with cream paper and dark brown script font</a:t>
            </a:r>
            <a:r>
              <a:rPr lang="en-US" sz="2400" dirty="0">
                <a:solidFill>
                  <a:schemeClr val="bg2">
                    <a:lumMod val="50000"/>
                  </a:schemeClr>
                </a:solidFill>
                <a:latin typeface="Perpetua" panose="02020502060401020303" pitchFamily="18" charset="77"/>
                <a:ea typeface="+mj-ea"/>
                <a:cs typeface="+mj-cs"/>
              </a:rPr>
              <a:t> </a:t>
            </a:r>
          </a:p>
        </p:txBody>
      </p:sp>
      <p:pic>
        <p:nvPicPr>
          <p:cNvPr id="4" name="Picture 3" descr="A group of gold frames with numbers&#10;&#10;AI-generated content may be incorrect.">
            <a:extLst>
              <a:ext uri="{FF2B5EF4-FFF2-40B4-BE49-F238E27FC236}">
                <a16:creationId xmlns:a16="http://schemas.microsoft.com/office/drawing/2014/main" id="{40D030C9-5843-CFC5-A305-20C724FD7C4E}"/>
              </a:ext>
            </a:extLst>
          </p:cNvPr>
          <p:cNvPicPr>
            <a:picLocks noChangeAspect="1"/>
          </p:cNvPicPr>
          <p:nvPr/>
        </p:nvPicPr>
        <p:blipFill>
          <a:blip r:embed="rId2"/>
          <a:stretch>
            <a:fillRect/>
          </a:stretch>
        </p:blipFill>
        <p:spPr>
          <a:xfrm>
            <a:off x="5567846" y="374374"/>
            <a:ext cx="5880100" cy="5791200"/>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118257" y="278296"/>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fontAlgn="base"/>
            <a:r>
              <a:rPr lang="en-US" sz="2000" dirty="0">
                <a:solidFill>
                  <a:schemeClr val="bg2">
                    <a:lumMod val="50000"/>
                  </a:schemeClr>
                </a:solidFill>
                <a:latin typeface="Perpetua" panose="02020502060401020303" pitchFamily="18" charset="77"/>
              </a:rPr>
              <a:t>Long rectangular shape</a:t>
            </a:r>
          </a:p>
          <a:p>
            <a:pPr algn="ctr" fontAlgn="base"/>
            <a:r>
              <a:rPr lang="en-US" sz="2000" dirty="0">
                <a:solidFill>
                  <a:schemeClr val="bg2">
                    <a:lumMod val="50000"/>
                  </a:schemeClr>
                </a:solidFill>
                <a:latin typeface="Perpetua" panose="02020502060401020303" pitchFamily="18" charset="77"/>
              </a:rPr>
              <a:t>Cream colored smooth matte thick stock paper with dark brown script font </a:t>
            </a:r>
          </a:p>
          <a:p>
            <a:pPr algn="ctr" fontAlgn="base"/>
            <a:r>
              <a:rPr lang="en-US" sz="2000" dirty="0">
                <a:solidFill>
                  <a:schemeClr val="bg2">
                    <a:lumMod val="50000"/>
                  </a:schemeClr>
                </a:solidFill>
                <a:latin typeface="Perpetua" panose="02020502060401020303" pitchFamily="18" charset="77"/>
              </a:rPr>
              <a:t>Baroque style design at top and bottom</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tretch>
            <a:fillRect/>
          </a:stretch>
        </p:blipFill>
        <p:spPr>
          <a:xfrm>
            <a:off x="6096000" y="278296"/>
            <a:ext cx="3190737" cy="6184688"/>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A99CC38-78CE-C826-9D06-1E1420BE966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86D6F67-AA9E-5AB4-EB29-063FB8ECE037}"/>
              </a:ext>
            </a:extLst>
          </p:cNvPr>
          <p:cNvSpPr txBox="1"/>
          <p:nvPr/>
        </p:nvSpPr>
        <p:spPr>
          <a:xfrm>
            <a:off x="118257" y="278296"/>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Bar Menus</a:t>
            </a:r>
          </a:p>
          <a:p>
            <a:pPr algn="ctr" defTabSz="914400">
              <a:lnSpc>
                <a:spcPct val="90000"/>
              </a:lnSpc>
              <a:spcBef>
                <a:spcPct val="0"/>
              </a:spcBef>
              <a:spcAft>
                <a:spcPts val="600"/>
              </a:spcAft>
            </a:pPr>
            <a:endParaRPr lang="en-US" sz="5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400" dirty="0">
                <a:solidFill>
                  <a:schemeClr val="bg2">
                    <a:lumMod val="50000"/>
                  </a:schemeClr>
                </a:solidFill>
                <a:latin typeface="Perpetua" panose="02020502060401020303" pitchFamily="18" charset="77"/>
              </a:rPr>
              <a:t>Antique gold Baroque style picture frame with cream paper and dark brown script font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p:txBody>
      </p:sp>
      <p:pic>
        <p:nvPicPr>
          <p:cNvPr id="4" name="Picture 3" descr="A gold frame with a sign and drinks on a table&#10;&#10;AI-generated content may be incorrect.">
            <a:extLst>
              <a:ext uri="{FF2B5EF4-FFF2-40B4-BE49-F238E27FC236}">
                <a16:creationId xmlns:a16="http://schemas.microsoft.com/office/drawing/2014/main" id="{C411D9D9-A039-2436-30B7-246175DC0386}"/>
              </a:ext>
            </a:extLst>
          </p:cNvPr>
          <p:cNvPicPr>
            <a:picLocks noChangeAspect="1"/>
          </p:cNvPicPr>
          <p:nvPr/>
        </p:nvPicPr>
        <p:blipFill>
          <a:blip r:embed="rId2"/>
          <a:stretch>
            <a:fillRect/>
          </a:stretch>
        </p:blipFill>
        <p:spPr>
          <a:xfrm>
            <a:off x="5888935" y="1047750"/>
            <a:ext cx="5105400" cy="4762500"/>
          </a:xfrm>
          <a:prstGeom prst="rect">
            <a:avLst/>
          </a:prstGeom>
        </p:spPr>
      </p:pic>
    </p:spTree>
    <p:extLst>
      <p:ext uri="{BB962C8B-B14F-4D97-AF65-F5344CB8AC3E}">
        <p14:creationId xmlns:p14="http://schemas.microsoft.com/office/powerpoint/2010/main" val="808702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784251" y="308601"/>
            <a:ext cx="9275046" cy="4769254"/>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800" dirty="0">
                <a:solidFill>
                  <a:schemeClr val="bg2">
                    <a:lumMod val="50000"/>
                  </a:schemeClr>
                </a:solidFill>
                <a:latin typeface="Perpetua" panose="02020502060401020303" pitchFamily="18" charset="77"/>
                <a:ea typeface="Noto Sans"/>
                <a:cs typeface="Noto Sans"/>
              </a:rPr>
              <a:t>NOTES FOR PLANNER AND FLORIST  TEAM ONLY </a:t>
            </a:r>
            <a:r>
              <a:rPr lang="en-US" sz="2800" b="1" dirty="0">
                <a:solidFill>
                  <a:schemeClr val="accent5">
                    <a:lumMod val="60000"/>
                    <a:lumOff val="40000"/>
                  </a:schemeClr>
                </a:solidFill>
                <a:latin typeface="Perpetua" panose="02020502060401020303" pitchFamily="18" charset="77"/>
                <a:ea typeface="Noto Sans"/>
                <a:cs typeface="Noto Sans"/>
              </a:rPr>
              <a:t>(FRENCH):</a:t>
            </a:r>
          </a:p>
          <a:p>
            <a:pPr marL="616585" marR="513715">
              <a:lnSpc>
                <a:spcPct val="98000"/>
              </a:lnSpc>
              <a:spcBef>
                <a:spcPts val="480"/>
              </a:spcBef>
              <a:spcAft>
                <a:spcPts val="0"/>
              </a:spcAft>
            </a:pPr>
            <a:endParaRPr lang="en-US" sz="2000"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sz="2000" dirty="0">
                <a:solidFill>
                  <a:schemeClr val="bg2">
                    <a:lumMod val="50000"/>
                  </a:schemeClr>
                </a:solidFill>
                <a:latin typeface="Perpetua" panose="02020502060401020303" pitchFamily="18" charset="77"/>
                <a:ea typeface="Noto Sans"/>
                <a:cs typeface="Noto Sans"/>
              </a:rPr>
              <a:t>1 Welcome sign + chevalet </a:t>
            </a:r>
            <a:r>
              <a:rPr lang="en-US" sz="2000" dirty="0" err="1">
                <a:solidFill>
                  <a:schemeClr val="bg2">
                    <a:lumMod val="50000"/>
                  </a:schemeClr>
                </a:solidFill>
                <a:latin typeface="Perpetua" panose="02020502060401020303" pitchFamily="18" charset="77"/>
                <a:ea typeface="Noto Sans"/>
                <a:cs typeface="Noto Sans"/>
              </a:rPr>
              <a:t>doré</a:t>
            </a:r>
            <a:endParaRPr lang="en-US" sz="2000"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sz="2000" dirty="0">
                <a:solidFill>
                  <a:schemeClr val="bg2">
                    <a:lumMod val="50000"/>
                  </a:schemeClr>
                </a:solidFill>
                <a:latin typeface="Perpetua" panose="02020502060401020303" pitchFamily="18" charset="77"/>
                <a:ea typeface="Noto Sans"/>
                <a:cs typeface="Noto Sans"/>
              </a:rPr>
              <a:t>1 Seating Chart + chevalet </a:t>
            </a:r>
            <a:r>
              <a:rPr lang="en-US" sz="2000" dirty="0" err="1">
                <a:solidFill>
                  <a:schemeClr val="bg2">
                    <a:lumMod val="50000"/>
                  </a:schemeClr>
                </a:solidFill>
                <a:latin typeface="Perpetua" panose="02020502060401020303" pitchFamily="18" charset="77"/>
                <a:ea typeface="Noto Sans"/>
                <a:cs typeface="Noto Sans"/>
              </a:rPr>
              <a:t>doré</a:t>
            </a:r>
            <a:r>
              <a:rPr lang="en-US" sz="2000" dirty="0">
                <a:solidFill>
                  <a:schemeClr val="bg2">
                    <a:lumMod val="50000"/>
                  </a:schemeClr>
                </a:solidFill>
                <a:latin typeface="Perpetua" panose="02020502060401020303" pitchFamily="18" charset="77"/>
                <a:ea typeface="Noto Sans"/>
                <a:cs typeface="Noto Sans"/>
              </a:rPr>
              <a:t> – </a:t>
            </a:r>
            <a:r>
              <a:rPr lang="en-US" sz="2000" dirty="0">
                <a:highlight>
                  <a:srgbClr val="FFFF00"/>
                </a:highlight>
                <a:latin typeface="Perpetua" panose="02020502060401020303" pitchFamily="18" charset="77"/>
                <a:ea typeface="Noto Sans"/>
                <a:cs typeface="Noto Sans"/>
              </a:rPr>
              <a:t>a confirmer </a:t>
            </a:r>
            <a:r>
              <a:rPr lang="en-US" sz="2000" dirty="0" err="1">
                <a:highlight>
                  <a:srgbClr val="FFFF00"/>
                </a:highlight>
                <a:latin typeface="Perpetua" panose="02020502060401020303" pitchFamily="18" charset="77"/>
                <a:ea typeface="Noto Sans"/>
                <a:cs typeface="Noto Sans"/>
              </a:rPr>
              <a:t>si</a:t>
            </a:r>
            <a:r>
              <a:rPr lang="en-US" sz="2000" dirty="0">
                <a:highlight>
                  <a:srgbClr val="FFFF00"/>
                </a:highlight>
                <a:latin typeface="Perpetua" panose="02020502060401020303" pitchFamily="18" charset="77"/>
                <a:ea typeface="Noto Sans"/>
                <a:cs typeface="Noto Sans"/>
              </a:rPr>
              <a:t> par table </a:t>
            </a:r>
            <a:r>
              <a:rPr lang="en-US" sz="2000" dirty="0" err="1">
                <a:highlight>
                  <a:srgbClr val="FFFF00"/>
                </a:highlight>
                <a:latin typeface="Perpetua" panose="02020502060401020303" pitchFamily="18" charset="77"/>
                <a:ea typeface="Noto Sans"/>
                <a:cs typeface="Noto Sans"/>
              </a:rPr>
              <a:t>ou</a:t>
            </a:r>
            <a:r>
              <a:rPr lang="en-US" sz="2000" dirty="0">
                <a:highlight>
                  <a:srgbClr val="FFFF00"/>
                </a:highlight>
                <a:latin typeface="Perpetua" panose="02020502060401020303" pitchFamily="18" charset="77"/>
                <a:ea typeface="Noto Sans"/>
                <a:cs typeface="Noto Sans"/>
              </a:rPr>
              <a:t> par </a:t>
            </a:r>
            <a:r>
              <a:rPr lang="en-US" sz="2000" dirty="0" err="1">
                <a:highlight>
                  <a:srgbClr val="FFFF00"/>
                </a:highlight>
                <a:latin typeface="Perpetua" panose="02020502060401020303" pitchFamily="18" charset="77"/>
                <a:ea typeface="Noto Sans"/>
                <a:cs typeface="Noto Sans"/>
              </a:rPr>
              <a:t>ordre</a:t>
            </a:r>
            <a:r>
              <a:rPr lang="en-US" sz="2000" dirty="0">
                <a:highlight>
                  <a:srgbClr val="FFFF00"/>
                </a:highlight>
                <a:latin typeface="Perpetua" panose="02020502060401020303" pitchFamily="18" charset="77"/>
                <a:ea typeface="Noto Sans"/>
                <a:cs typeface="Noto Sans"/>
              </a:rPr>
              <a:t> </a:t>
            </a:r>
            <a:r>
              <a:rPr lang="en-US" sz="2000" dirty="0" err="1">
                <a:highlight>
                  <a:srgbClr val="FFFF00"/>
                </a:highlight>
                <a:latin typeface="Perpetua" panose="02020502060401020303" pitchFamily="18" charset="77"/>
                <a:ea typeface="Noto Sans"/>
                <a:cs typeface="Noto Sans"/>
              </a:rPr>
              <a:t>alphabetique</a:t>
            </a:r>
            <a:r>
              <a:rPr lang="en-US" sz="2000" dirty="0">
                <a:highlight>
                  <a:srgbClr val="FFFF00"/>
                </a:highlight>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sz="2000" dirty="0">
                <a:solidFill>
                  <a:schemeClr val="bg2">
                    <a:lumMod val="50000"/>
                  </a:schemeClr>
                </a:solidFill>
                <a:latin typeface="Perpetua" panose="02020502060401020303" pitchFamily="18" charset="77"/>
                <a:ea typeface="Noto Sans"/>
                <a:cs typeface="Noto Sans"/>
              </a:rPr>
              <a:t>125 place cards excitement </a:t>
            </a:r>
            <a:r>
              <a:rPr lang="en-US" sz="2000" dirty="0" err="1">
                <a:solidFill>
                  <a:schemeClr val="bg2">
                    <a:lumMod val="50000"/>
                  </a:schemeClr>
                </a:solidFill>
                <a:latin typeface="Perpetua" panose="02020502060401020303" pitchFamily="18" charset="77"/>
                <a:ea typeface="Noto Sans"/>
                <a:cs typeface="Noto Sans"/>
              </a:rPr>
              <a:t>comme</a:t>
            </a:r>
            <a:r>
              <a:rPr lang="en-US" sz="2000" dirty="0">
                <a:solidFill>
                  <a:schemeClr val="bg2">
                    <a:lumMod val="50000"/>
                  </a:schemeClr>
                </a:solidFill>
                <a:latin typeface="Perpetua" panose="02020502060401020303" pitchFamily="18" charset="77"/>
                <a:ea typeface="Noto Sans"/>
                <a:cs typeface="Noto Sans"/>
              </a:rPr>
              <a:t> sur la photo,</a:t>
            </a:r>
            <a:r>
              <a:rPr lang="en-US" sz="2000" dirty="0">
                <a:solidFill>
                  <a:schemeClr val="bg2">
                    <a:lumMod val="50000"/>
                  </a:schemeClr>
                </a:solidFill>
                <a:highlight>
                  <a:srgbClr val="FFFF00"/>
                </a:highlight>
                <a:latin typeface="Perpetua" panose="02020502060401020303" pitchFamily="18" charset="77"/>
                <a:ea typeface="Noto Sans"/>
                <a:cs typeface="Noto Sans"/>
              </a:rPr>
              <a:t> nom </a:t>
            </a:r>
            <a:r>
              <a:rPr lang="en-US" sz="2000" dirty="0" err="1">
                <a:solidFill>
                  <a:schemeClr val="bg2">
                    <a:lumMod val="50000"/>
                  </a:schemeClr>
                </a:solidFill>
                <a:highlight>
                  <a:srgbClr val="FFFF00"/>
                </a:highlight>
                <a:latin typeface="Perpetua" panose="02020502060401020303" pitchFamily="18" charset="77"/>
                <a:ea typeface="Noto Sans"/>
                <a:cs typeface="Noto Sans"/>
              </a:rPr>
              <a:t>complet</a:t>
            </a:r>
            <a:r>
              <a:rPr lang="en-US" sz="2000" dirty="0">
                <a:solidFill>
                  <a:schemeClr val="bg2">
                    <a:lumMod val="50000"/>
                  </a:schemeClr>
                </a:solidFill>
                <a:highlight>
                  <a:srgbClr val="FFFF00"/>
                </a:highlight>
                <a:latin typeface="Perpetua" panose="02020502060401020303" pitchFamily="18" charset="77"/>
                <a:ea typeface="Noto Sans"/>
                <a:cs typeface="Noto Sans"/>
              </a:rPr>
              <a:t> + table + icon pour le </a:t>
            </a:r>
            <a:r>
              <a:rPr lang="en-US" sz="2000" dirty="0" err="1">
                <a:solidFill>
                  <a:schemeClr val="bg2">
                    <a:lumMod val="50000"/>
                  </a:schemeClr>
                </a:solidFill>
                <a:highlight>
                  <a:srgbClr val="FFFF00"/>
                </a:highlight>
                <a:latin typeface="Perpetua" panose="02020502060401020303" pitchFamily="18" charset="77"/>
                <a:ea typeface="Noto Sans"/>
                <a:cs typeface="Noto Sans"/>
              </a:rPr>
              <a:t>repas</a:t>
            </a:r>
            <a:endParaRPr lang="en-US" sz="2000" dirty="0">
              <a:solidFill>
                <a:schemeClr val="bg2">
                  <a:lumMod val="50000"/>
                </a:schemeClr>
              </a:solidFill>
              <a:highlight>
                <a:srgbClr val="FFFF00"/>
              </a:highlight>
              <a:latin typeface="Perpetua" panose="02020502060401020303" pitchFamily="18" charset="77"/>
              <a:ea typeface="Noto Sans"/>
              <a:cs typeface="Noto Sans"/>
            </a:endParaRPr>
          </a:p>
          <a:p>
            <a:pPr marL="902335" marR="513715" indent="-285750">
              <a:lnSpc>
                <a:spcPct val="98000"/>
              </a:lnSpc>
              <a:spcBef>
                <a:spcPts val="480"/>
              </a:spcBef>
              <a:buFont typeface="Arial" panose="020B0604020202020204" pitchFamily="34" charset="0"/>
              <a:buChar char="•"/>
            </a:pPr>
            <a:r>
              <a:rPr lang="en-US" sz="2000" dirty="0">
                <a:solidFill>
                  <a:schemeClr val="accent5">
                    <a:lumMod val="60000"/>
                    <a:lumOff val="40000"/>
                  </a:schemeClr>
                </a:solidFill>
                <a:latin typeface="Perpetua" panose="02020502060401020303" pitchFamily="18" charset="77"/>
                <a:ea typeface="Noto Sans"/>
                <a:cs typeface="Noto Sans"/>
              </a:rPr>
              <a:t>NOTE: dans </a:t>
            </a:r>
            <a:r>
              <a:rPr lang="en-US" sz="2000" dirty="0" err="1">
                <a:solidFill>
                  <a:schemeClr val="accent5">
                    <a:lumMod val="60000"/>
                    <a:lumOff val="40000"/>
                  </a:schemeClr>
                </a:solidFill>
                <a:latin typeface="Perpetua" panose="02020502060401020303" pitchFamily="18" charset="77"/>
                <a:ea typeface="Noto Sans"/>
                <a:cs typeface="Noto Sans"/>
              </a:rPr>
              <a:t>l’insigne</a:t>
            </a:r>
            <a:r>
              <a:rPr lang="en-US" sz="2000" dirty="0">
                <a:solidFill>
                  <a:schemeClr val="accent5">
                    <a:lumMod val="60000"/>
                    <a:lumOff val="40000"/>
                  </a:schemeClr>
                </a:solidFill>
                <a:latin typeface="Perpetua" panose="02020502060401020303" pitchFamily="18" charset="77"/>
                <a:ea typeface="Noto Sans"/>
                <a:cs typeface="Noto Sans"/>
              </a:rPr>
              <a:t> du haut, </a:t>
            </a:r>
            <a:r>
              <a:rPr lang="en-US" sz="2000" dirty="0" err="1">
                <a:solidFill>
                  <a:schemeClr val="accent5">
                    <a:lumMod val="60000"/>
                    <a:lumOff val="40000"/>
                  </a:schemeClr>
                </a:solidFill>
                <a:latin typeface="Perpetua" panose="02020502060401020303" pitchFamily="18" charset="77"/>
                <a:ea typeface="Noto Sans"/>
                <a:cs typeface="Noto Sans"/>
              </a:rPr>
              <a:t>ajouter</a:t>
            </a:r>
            <a:r>
              <a:rPr lang="en-US" sz="2000" dirty="0">
                <a:solidFill>
                  <a:schemeClr val="accent5">
                    <a:lumMod val="60000"/>
                    <a:lumOff val="40000"/>
                  </a:schemeClr>
                </a:solidFill>
                <a:latin typeface="Perpetua" panose="02020502060401020303" pitchFamily="18" charset="77"/>
                <a:ea typeface="Noto Sans"/>
                <a:cs typeface="Noto Sans"/>
              </a:rPr>
              <a:t> les </a:t>
            </a:r>
            <a:r>
              <a:rPr lang="en-US" sz="2000" dirty="0" err="1">
                <a:solidFill>
                  <a:schemeClr val="accent5">
                    <a:lumMod val="60000"/>
                    <a:lumOff val="40000"/>
                  </a:schemeClr>
                </a:solidFill>
                <a:latin typeface="Perpetua" panose="02020502060401020303" pitchFamily="18" charset="77"/>
                <a:ea typeface="Noto Sans"/>
                <a:cs typeface="Noto Sans"/>
              </a:rPr>
              <a:t>initiales</a:t>
            </a:r>
            <a:r>
              <a:rPr lang="en-US" sz="2000" dirty="0">
                <a:solidFill>
                  <a:schemeClr val="accent5">
                    <a:lumMod val="60000"/>
                    <a:lumOff val="40000"/>
                  </a:schemeClr>
                </a:solidFill>
                <a:latin typeface="Perpetua" panose="02020502060401020303" pitchFamily="18" charset="77"/>
                <a:ea typeface="Noto Sans"/>
                <a:cs typeface="Noto Sans"/>
              </a:rPr>
              <a:t> des </a:t>
            </a:r>
            <a:r>
              <a:rPr lang="en-US" sz="2000" dirty="0" err="1">
                <a:solidFill>
                  <a:schemeClr val="accent5">
                    <a:lumMod val="60000"/>
                    <a:lumOff val="40000"/>
                  </a:schemeClr>
                </a:solidFill>
                <a:latin typeface="Perpetua" panose="02020502060401020303" pitchFamily="18" charset="77"/>
                <a:ea typeface="Noto Sans"/>
                <a:cs typeface="Noto Sans"/>
              </a:rPr>
              <a:t>mariés</a:t>
            </a:r>
            <a:r>
              <a:rPr lang="en-US" sz="2000" dirty="0">
                <a:solidFill>
                  <a:schemeClr val="accent5">
                    <a:lumMod val="60000"/>
                    <a:lumOff val="40000"/>
                  </a:schemeClr>
                </a:solidFill>
                <a:latin typeface="Perpetua" panose="02020502060401020303" pitchFamily="18" charset="77"/>
                <a:ea typeface="Noto Sans"/>
                <a:cs typeface="Noto Sans"/>
              </a:rPr>
              <a:t> A &amp; C</a:t>
            </a:r>
          </a:p>
          <a:p>
            <a:pPr marL="902335" marR="513715" indent="-285750">
              <a:lnSpc>
                <a:spcPct val="98000"/>
              </a:lnSpc>
              <a:spcBef>
                <a:spcPts val="480"/>
              </a:spcBef>
              <a:spcAft>
                <a:spcPts val="0"/>
              </a:spcAft>
              <a:buFont typeface="Arial" panose="020B0604020202020204" pitchFamily="34" charset="0"/>
              <a:buChar char="•"/>
            </a:pPr>
            <a:r>
              <a:rPr lang="en-US" sz="2000" dirty="0" err="1">
                <a:solidFill>
                  <a:schemeClr val="bg2">
                    <a:lumMod val="50000"/>
                  </a:schemeClr>
                </a:solidFill>
                <a:latin typeface="Perpetua" panose="02020502060401020303" pitchFamily="18" charset="77"/>
                <a:ea typeface="Noto Sans"/>
                <a:cs typeface="Noto Sans"/>
              </a:rPr>
              <a:t>Numero</a:t>
            </a:r>
            <a:r>
              <a:rPr lang="en-US" sz="2000" dirty="0">
                <a:solidFill>
                  <a:schemeClr val="bg2">
                    <a:lumMod val="50000"/>
                  </a:schemeClr>
                </a:solidFill>
                <a:latin typeface="Perpetua" panose="02020502060401020303" pitchFamily="18" charset="77"/>
                <a:ea typeface="Noto Sans"/>
                <a:cs typeface="Noto Sans"/>
              </a:rPr>
              <a:t> de table – </a:t>
            </a:r>
            <a:r>
              <a:rPr lang="en-US" sz="2000" dirty="0" err="1">
                <a:solidFill>
                  <a:schemeClr val="bg2">
                    <a:lumMod val="50000"/>
                  </a:schemeClr>
                </a:solidFill>
                <a:highlight>
                  <a:srgbClr val="FFFF00"/>
                </a:highlight>
                <a:latin typeface="Perpetua" panose="02020502060401020303" pitchFamily="18" charset="77"/>
                <a:ea typeface="Noto Sans"/>
                <a:cs typeface="Noto Sans"/>
              </a:rPr>
              <a:t>nombre</a:t>
            </a:r>
            <a:r>
              <a:rPr lang="en-US" sz="2000" dirty="0">
                <a:solidFill>
                  <a:schemeClr val="bg2">
                    <a:lumMod val="50000"/>
                  </a:schemeClr>
                </a:solidFill>
                <a:highlight>
                  <a:srgbClr val="FFFF00"/>
                </a:highlight>
                <a:latin typeface="Perpetua" panose="02020502060401020303" pitchFamily="18" charset="77"/>
                <a:ea typeface="Noto Sans"/>
                <a:cs typeface="Noto Sans"/>
              </a:rPr>
              <a:t> a determine </a:t>
            </a:r>
            <a:r>
              <a:rPr lang="en-US" sz="2000" dirty="0" err="1">
                <a:solidFill>
                  <a:schemeClr val="bg2">
                    <a:lumMod val="50000"/>
                  </a:schemeClr>
                </a:solidFill>
                <a:highlight>
                  <a:srgbClr val="FFFF00"/>
                </a:highlight>
                <a:latin typeface="Perpetua" panose="02020502060401020303" pitchFamily="18" charset="77"/>
                <a:ea typeface="Noto Sans"/>
                <a:cs typeface="Noto Sans"/>
              </a:rPr>
              <a:t>suivant</a:t>
            </a:r>
            <a:r>
              <a:rPr lang="en-US" sz="2000" dirty="0">
                <a:solidFill>
                  <a:schemeClr val="bg2">
                    <a:lumMod val="50000"/>
                  </a:schemeClr>
                </a:solidFill>
                <a:highlight>
                  <a:srgbClr val="FFFF00"/>
                </a:highlight>
                <a:latin typeface="Perpetua" panose="02020502060401020303" pitchFamily="18" charset="77"/>
                <a:ea typeface="Noto Sans"/>
                <a:cs typeface="Noto Sans"/>
              </a:rPr>
              <a:t> le </a:t>
            </a:r>
            <a:r>
              <a:rPr lang="en-US" sz="2000" dirty="0" err="1">
                <a:solidFill>
                  <a:schemeClr val="bg2">
                    <a:lumMod val="50000"/>
                  </a:schemeClr>
                </a:solidFill>
                <a:highlight>
                  <a:srgbClr val="FFFF00"/>
                </a:highlight>
                <a:latin typeface="Perpetua" panose="02020502060401020303" pitchFamily="18" charset="77"/>
                <a:ea typeface="Noto Sans"/>
                <a:cs typeface="Noto Sans"/>
              </a:rPr>
              <a:t>nombre</a:t>
            </a:r>
            <a:r>
              <a:rPr lang="en-US" sz="2000" dirty="0">
                <a:solidFill>
                  <a:schemeClr val="bg2">
                    <a:lumMod val="50000"/>
                  </a:schemeClr>
                </a:solidFill>
                <a:highlight>
                  <a:srgbClr val="FFFF00"/>
                </a:highlight>
                <a:latin typeface="Perpetua" panose="02020502060401020303" pitchFamily="18" charset="77"/>
                <a:ea typeface="Noto Sans"/>
                <a:cs typeface="Noto Sans"/>
              </a:rPr>
              <a:t> de table et la deco finale</a:t>
            </a:r>
          </a:p>
          <a:p>
            <a:pPr marL="902335" marR="513715" indent="-285750">
              <a:lnSpc>
                <a:spcPct val="98000"/>
              </a:lnSpc>
              <a:spcBef>
                <a:spcPts val="480"/>
              </a:spcBef>
              <a:buFont typeface="Arial" panose="020B0604020202020204" pitchFamily="34" charset="0"/>
              <a:buChar char="•"/>
            </a:pPr>
            <a:r>
              <a:rPr lang="en-US" sz="2000" dirty="0">
                <a:solidFill>
                  <a:schemeClr val="bg2">
                    <a:lumMod val="50000"/>
                  </a:schemeClr>
                </a:solidFill>
                <a:latin typeface="Perpetua" panose="02020502060401020303" pitchFamily="18" charset="77"/>
                <a:ea typeface="Noto Sans"/>
                <a:cs typeface="Noto Sans"/>
              </a:rPr>
              <a:t>125 menus – le but </a:t>
            </a:r>
            <a:r>
              <a:rPr lang="en-US" sz="2000" dirty="0" err="1">
                <a:solidFill>
                  <a:schemeClr val="bg2">
                    <a:lumMod val="50000"/>
                  </a:schemeClr>
                </a:solidFill>
                <a:latin typeface="Perpetua" panose="02020502060401020303" pitchFamily="18" charset="77"/>
                <a:ea typeface="Noto Sans"/>
                <a:cs typeface="Noto Sans"/>
              </a:rPr>
              <a:t>est</a:t>
            </a:r>
            <a:r>
              <a:rPr lang="en-US" sz="2000" dirty="0">
                <a:solidFill>
                  <a:schemeClr val="bg2">
                    <a:lumMod val="50000"/>
                  </a:schemeClr>
                </a:solidFill>
                <a:latin typeface="Perpetua" panose="02020502060401020303" pitchFamily="18" charset="77"/>
                <a:ea typeface="Noto Sans"/>
                <a:cs typeface="Noto Sans"/>
              </a:rPr>
              <a:t> de </a:t>
            </a:r>
            <a:r>
              <a:rPr lang="en-US" sz="2000" dirty="0" err="1">
                <a:solidFill>
                  <a:schemeClr val="bg2">
                    <a:lumMod val="50000"/>
                  </a:schemeClr>
                </a:solidFill>
                <a:latin typeface="Perpetua" panose="02020502060401020303" pitchFamily="18" charset="77"/>
                <a:ea typeface="Noto Sans"/>
                <a:cs typeface="Noto Sans"/>
              </a:rPr>
              <a:t>retrouver</a:t>
            </a:r>
            <a:r>
              <a:rPr lang="en-US" sz="2000" dirty="0">
                <a:solidFill>
                  <a:schemeClr val="bg2">
                    <a:lumMod val="50000"/>
                  </a:schemeClr>
                </a:solidFill>
                <a:latin typeface="Perpetua" panose="02020502060401020303" pitchFamily="18" charset="77"/>
                <a:ea typeface="Noto Sans"/>
                <a:cs typeface="Noto Sans"/>
              </a:rPr>
              <a:t> le meme style que les place cards et </a:t>
            </a:r>
            <a:r>
              <a:rPr lang="en-US" sz="2000" dirty="0" err="1">
                <a:solidFill>
                  <a:schemeClr val="bg2">
                    <a:lumMod val="50000"/>
                  </a:schemeClr>
                </a:solidFill>
                <a:latin typeface="Perpetua" panose="02020502060401020303" pitchFamily="18" charset="77"/>
                <a:ea typeface="Noto Sans"/>
                <a:cs typeface="Noto Sans"/>
              </a:rPr>
              <a:t>d’ajouter</a:t>
            </a:r>
            <a:r>
              <a:rPr lang="en-US" sz="2000" dirty="0">
                <a:solidFill>
                  <a:schemeClr val="bg2">
                    <a:lumMod val="50000"/>
                  </a:schemeClr>
                </a:solidFill>
                <a:latin typeface="Perpetua" panose="02020502060401020303" pitchFamily="18" charset="77"/>
                <a:ea typeface="Noto Sans"/>
                <a:cs typeface="Noto Sans"/>
              </a:rPr>
              <a:t> a </a:t>
            </a:r>
            <a:r>
              <a:rPr lang="en-US" sz="2000" dirty="0" err="1">
                <a:solidFill>
                  <a:schemeClr val="bg2">
                    <a:lumMod val="50000"/>
                  </a:schemeClr>
                </a:solidFill>
                <a:latin typeface="Perpetua" panose="02020502060401020303" pitchFamily="18" charset="77"/>
                <a:ea typeface="Noto Sans"/>
                <a:cs typeface="Noto Sans"/>
              </a:rPr>
              <a:t>l’insigne</a:t>
            </a:r>
            <a:r>
              <a:rPr lang="en-US" sz="2000" dirty="0">
                <a:solidFill>
                  <a:schemeClr val="bg2">
                    <a:lumMod val="50000"/>
                  </a:schemeClr>
                </a:solidFill>
                <a:latin typeface="Perpetua" panose="02020502060401020303" pitchFamily="18" charset="77"/>
                <a:ea typeface="Noto Sans"/>
                <a:cs typeface="Noto Sans"/>
              </a:rPr>
              <a:t> les </a:t>
            </a:r>
            <a:r>
              <a:rPr lang="en-US" sz="2000" dirty="0" err="1">
                <a:solidFill>
                  <a:schemeClr val="bg2">
                    <a:lumMod val="50000"/>
                  </a:schemeClr>
                </a:solidFill>
                <a:latin typeface="Perpetua" panose="02020502060401020303" pitchFamily="18" charset="77"/>
                <a:ea typeface="Noto Sans"/>
                <a:cs typeface="Noto Sans"/>
              </a:rPr>
              <a:t>initiales</a:t>
            </a:r>
            <a:r>
              <a:rPr lang="en-US" sz="2000" dirty="0">
                <a:solidFill>
                  <a:schemeClr val="bg2">
                    <a:lumMod val="50000"/>
                  </a:schemeClr>
                </a:solidFill>
                <a:latin typeface="Perpetua" panose="02020502060401020303" pitchFamily="18" charset="77"/>
                <a:ea typeface="Noto Sans"/>
                <a:cs typeface="Noto Sans"/>
              </a:rPr>
              <a:t> des </a:t>
            </a:r>
            <a:r>
              <a:rPr lang="en-US" sz="2000" dirty="0" err="1">
                <a:solidFill>
                  <a:schemeClr val="bg2">
                    <a:lumMod val="50000"/>
                  </a:schemeClr>
                </a:solidFill>
                <a:latin typeface="Perpetua" panose="02020502060401020303" pitchFamily="18" charset="77"/>
                <a:ea typeface="Noto Sans"/>
                <a:cs typeface="Noto Sans"/>
              </a:rPr>
              <a:t>mariés</a:t>
            </a:r>
            <a:r>
              <a:rPr lang="en-US" sz="2000" dirty="0">
                <a:solidFill>
                  <a:schemeClr val="bg2">
                    <a:lumMod val="50000"/>
                  </a:schemeClr>
                </a:solidFill>
                <a:latin typeface="Perpetua" panose="02020502060401020303" pitchFamily="18" charset="77"/>
                <a:ea typeface="Noto Sans"/>
                <a:cs typeface="Noto Sans"/>
              </a:rPr>
              <a:t>  A &amp; C</a:t>
            </a:r>
          </a:p>
          <a:p>
            <a:pPr marL="902335" marR="513715" indent="-285750">
              <a:lnSpc>
                <a:spcPct val="98000"/>
              </a:lnSpc>
              <a:spcBef>
                <a:spcPts val="480"/>
              </a:spcBef>
              <a:spcAft>
                <a:spcPts val="0"/>
              </a:spcAft>
              <a:buFont typeface="Arial" panose="020B0604020202020204" pitchFamily="34" charset="0"/>
              <a:buChar char="•"/>
            </a:pPr>
            <a:r>
              <a:rPr lang="en-US" sz="2000" dirty="0">
                <a:solidFill>
                  <a:schemeClr val="bg2">
                    <a:lumMod val="50000"/>
                  </a:schemeClr>
                </a:solidFill>
                <a:latin typeface="Perpetua" panose="02020502060401020303" pitchFamily="18" charset="77"/>
                <a:ea typeface="Noto Sans"/>
                <a:cs typeface="Noto Sans"/>
              </a:rPr>
              <a:t>2 Menus de Bars (1 pour le cocktail - 1 pour la </a:t>
            </a:r>
            <a:r>
              <a:rPr lang="en-US" sz="2000" dirty="0" err="1">
                <a:solidFill>
                  <a:schemeClr val="bg2">
                    <a:lumMod val="50000"/>
                  </a:schemeClr>
                </a:solidFill>
                <a:latin typeface="Perpetua" panose="02020502060401020303" pitchFamily="18" charset="77"/>
                <a:ea typeface="Noto Sans"/>
                <a:cs typeface="Noto Sans"/>
              </a:rPr>
              <a:t>réception</a:t>
            </a:r>
            <a:r>
              <a:rPr lang="en-US" sz="2000" dirty="0">
                <a:solidFill>
                  <a:schemeClr val="bg2">
                    <a:lumMod val="50000"/>
                  </a:schemeClr>
                </a:solidFill>
                <a:latin typeface="Perpetua" panose="02020502060401020303" pitchFamily="18" charset="77"/>
                <a:ea typeface="Noto Sans"/>
                <a:cs typeface="Noto Sans"/>
              </a:rPr>
              <a:t>/fête) </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16418</TotalTime>
  <Words>309</Words>
  <Application>Microsoft Macintosh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Perpetua</vt:lpstr>
      <vt:lpstr>Office Theme</vt:lpstr>
      <vt:lpstr>CHRISTINE &amp; ANANT’S WEDDING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80</cp:revision>
  <dcterms:created xsi:type="dcterms:W3CDTF">2020-01-16T20:29:49Z</dcterms:created>
  <dcterms:modified xsi:type="dcterms:W3CDTF">2025-10-07T09:44:30Z</dcterms:modified>
</cp:coreProperties>
</file>