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8" r:id="rId1"/>
  </p:sldMasterIdLst>
  <p:notesMasterIdLst>
    <p:notesMasterId r:id="rId8"/>
  </p:notesMasterIdLst>
  <p:sldIdLst>
    <p:sldId id="256" r:id="rId2"/>
    <p:sldId id="337" r:id="rId3"/>
    <p:sldId id="368" r:id="rId4"/>
    <p:sldId id="386" r:id="rId5"/>
    <p:sldId id="388" r:id="rId6"/>
    <p:sldId id="329"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C58E29-66F6-0547-BAD0-BCE25AB840C2}" v="2" dt="2026-03-02T06:00:42.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392"/>
    <p:restoredTop sz="93088"/>
  </p:normalViewPr>
  <p:slideViewPr>
    <p:cSldViewPr snapToGrid="0" snapToObjects="1">
      <p:cViewPr varScale="1">
        <p:scale>
          <a:sx n="106" d="100"/>
          <a:sy n="106" d="100"/>
        </p:scale>
        <p:origin x="192" y="46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06/04/2026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1921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38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0412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267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6909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0956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0709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96506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7867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014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863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4/6/26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2357245"/>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CHLOE &amp; STEVE’S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78138" y="3429000"/>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MAY 18TH, 2026</a:t>
            </a:r>
          </a:p>
          <a:p>
            <a:r>
              <a:rPr lang="fr-FR">
                <a:solidFill>
                  <a:schemeClr val="bg2">
                    <a:lumMod val="50000"/>
                  </a:schemeClr>
                </a:solidFill>
                <a:latin typeface="Perpetua" panose="02020502060401020303" pitchFamily="18" charset="77"/>
                <a:ea typeface="Perpetua" charset="0"/>
                <a:cs typeface="Perpetua" charset="0"/>
              </a:rPr>
              <a:t>36 </a:t>
            </a:r>
            <a:r>
              <a:rPr lang="fr-FR" dirty="0">
                <a:solidFill>
                  <a:schemeClr val="bg2">
                    <a:lumMod val="50000"/>
                  </a:schemeClr>
                </a:solidFill>
                <a:latin typeface="Perpetua" panose="02020502060401020303" pitchFamily="18" charset="77"/>
                <a:ea typeface="Perpetua" charset="0"/>
                <a:cs typeface="Perpetua" charset="0"/>
              </a:rPr>
              <a:t>GUESTS</a:t>
            </a:r>
          </a:p>
          <a:p>
            <a:r>
              <a:rPr lang="fr-FR" dirty="0">
                <a:solidFill>
                  <a:schemeClr val="bg2">
                    <a:lumMod val="50000"/>
                  </a:schemeClr>
                </a:solidFill>
                <a:latin typeface="Perpetua" panose="02020502060401020303" pitchFamily="18" charset="77"/>
                <a:ea typeface="Perpetua" charset="0"/>
                <a:cs typeface="Perpetua" charset="0"/>
              </a:rPr>
              <a:t>CHÂTEAU DE NAINVILLE</a:t>
            </a:r>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0819" y="1984513"/>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SIGNS</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5BBDDB4-38D2-A2FB-3EB4-2851CC366C1F}"/>
              </a:ext>
            </a:extLst>
          </p:cNvPr>
          <p:cNvSpPr txBox="1"/>
          <p:nvPr/>
        </p:nvSpPr>
        <p:spPr>
          <a:xfrm>
            <a:off x="2775283" y="3429000"/>
            <a:ext cx="6641431" cy="1107996"/>
          </a:xfrm>
          <a:prstGeom prst="rect">
            <a:avLst/>
          </a:prstGeom>
          <a:noFill/>
        </p:spPr>
        <p:txBody>
          <a:bodyPr wrap="square" rtlCol="0">
            <a:spAutoFit/>
          </a:bodyPr>
          <a:lstStyle/>
          <a:p>
            <a:pPr algn="ctr"/>
            <a:r>
              <a:rPr lang="en-AE" sz="2200" dirty="0">
                <a:solidFill>
                  <a:srgbClr val="FFC000"/>
                </a:solidFill>
                <a:latin typeface="Perpetua" panose="02020502060401020303" pitchFamily="18" charset="77"/>
              </a:rPr>
              <a:t>Audrey’s note: To create an harmony between the differents signage </a:t>
            </a:r>
            <a:r>
              <a:rPr lang="en-US" sz="2200" dirty="0">
                <a:solidFill>
                  <a:srgbClr val="FFC000"/>
                </a:solidFill>
                <a:latin typeface="Perpetua" panose="02020502060401020303" pitchFamily="18" charset="77"/>
              </a:rPr>
              <a:t>I</a:t>
            </a:r>
            <a:r>
              <a:rPr lang="en-AE" sz="2200" dirty="0">
                <a:solidFill>
                  <a:srgbClr val="FFC000"/>
                </a:solidFill>
                <a:latin typeface="Perpetua" panose="02020502060401020303" pitchFamily="18" charset="77"/>
              </a:rPr>
              <a:t> recommend using the same font style and color (as much as possible) – TBC </a:t>
            </a:r>
            <a:r>
              <a:rPr lang="en-AE" sz="2200">
                <a:solidFill>
                  <a:srgbClr val="FFC000"/>
                </a:solidFill>
                <a:latin typeface="Perpetua" panose="02020502060401020303" pitchFamily="18" charset="77"/>
              </a:rPr>
              <a:t>with Chloe </a:t>
            </a:r>
            <a:r>
              <a:rPr lang="en-AE" sz="2200" dirty="0">
                <a:solidFill>
                  <a:srgbClr val="FFC000"/>
                </a:solidFill>
                <a:latin typeface="Perpetua" panose="02020502060401020303" pitchFamily="18" charset="77"/>
              </a:rPr>
              <a:t>a design proof will be sent.</a:t>
            </a:r>
          </a:p>
        </p:txBody>
      </p:sp>
    </p:spTree>
    <p:extLst>
      <p:ext uri="{BB962C8B-B14F-4D97-AF65-F5344CB8AC3E}">
        <p14:creationId xmlns:p14="http://schemas.microsoft.com/office/powerpoint/2010/main" val="36552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208601" y="-91883"/>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506039" y="2322133"/>
            <a:ext cx="5461111" cy="2462213"/>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A warm white–toned welcome sign, with typography and detailing drawn from the reference image, will be beautifully complemented by two white wild spring floral arrangements in medium crystal vases and medium votive candles, creating a refined, sophisticated, and inviting entrance</a:t>
            </a: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t="75" b="75"/>
          <a:stretch/>
        </p:blipFill>
        <p:spPr>
          <a:xfrm>
            <a:off x="7612566" y="319278"/>
            <a:ext cx="4073395" cy="6219444"/>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t="943" r="1215"/>
          <a:stretch>
            <a:fillRect/>
          </a:stretch>
        </p:blipFill>
        <p:spPr>
          <a:xfrm>
            <a:off x="6815330" y="1077085"/>
            <a:ext cx="4690870" cy="4703829"/>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7"/>
            <a:ext cx="5416911" cy="3222523"/>
          </a:xfrm>
          <a:prstGeom prst="rect">
            <a:avLst/>
          </a:prstGeom>
        </p:spPr>
        <p:txBody>
          <a:bodyPr vert="horz" lIns="91440" tIns="45720" rIns="91440" bIns="45720" rtlCol="0" anchor="ctr">
            <a:normAutofit fontScale="85000" lnSpcReduction="20000"/>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large, stylish rectangular design, crafted from warm white, smooth, thick matte paper and adorned with elegant dark script typography, exudes sophistication and harmonious elegance</a:t>
            </a:r>
          </a:p>
          <a:p>
            <a:pPr marL="342900" indent="-342900" algn="ctr" fontAlgn="base">
              <a:buFont typeface="Arial" panose="020B0604020202020204" pitchFamily="34" charset="0"/>
              <a:buChar char="•"/>
            </a:pPr>
            <a:endParaRPr lang="en-US" sz="2200" dirty="0">
              <a:solidFill>
                <a:schemeClr val="bg2">
                  <a:lumMod val="50000"/>
                </a:schemeClr>
              </a:solidFill>
              <a:latin typeface="Perpetua" panose="02020502060401020303" pitchFamily="18" charset="77"/>
            </a:endParaRPr>
          </a:p>
          <a:p>
            <a:pPr algn="ctr" fontAlgn="base"/>
            <a:r>
              <a:rPr lang="en-US" sz="2200" dirty="0">
                <a:solidFill>
                  <a:schemeClr val="accent2">
                    <a:lumMod val="60000"/>
                    <a:lumOff val="40000"/>
                  </a:schemeClr>
                </a:solidFill>
                <a:latin typeface="Perpetua" panose="02020502060401020303" pitchFamily="18" charset="77"/>
              </a:rPr>
              <a:t>Audrey’s note to designer: Use Butterfly logo below at the bottom of the menu</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6705784" y="358139"/>
            <a:ext cx="4849138" cy="6141720"/>
          </a:xfrm>
          <a:prstGeom prst="rect">
            <a:avLst/>
          </a:prstGeom>
        </p:spPr>
      </p:pic>
      <p:pic>
        <p:nvPicPr>
          <p:cNvPr id="6" name="Picture 5" descr="A gold butterfly on a white background&#10;&#10;AI-generated content may be incorrect.">
            <a:extLst>
              <a:ext uri="{FF2B5EF4-FFF2-40B4-BE49-F238E27FC236}">
                <a16:creationId xmlns:a16="http://schemas.microsoft.com/office/drawing/2014/main" id="{BE4170AC-070B-2819-910D-A0141F5BEC1B}"/>
              </a:ext>
            </a:extLst>
          </p:cNvPr>
          <p:cNvPicPr>
            <a:picLocks noChangeAspect="1"/>
          </p:cNvPicPr>
          <p:nvPr/>
        </p:nvPicPr>
        <p:blipFill>
          <a:blip r:embed="rId3"/>
          <a:stretch>
            <a:fillRect/>
          </a:stretch>
        </p:blipFill>
        <p:spPr>
          <a:xfrm>
            <a:off x="3494312" y="4520464"/>
            <a:ext cx="3000879" cy="2131059"/>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273909" y="978268"/>
            <a:ext cx="12218610" cy="1798056"/>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POUR DESIGNER / IMPRIMEUR:</a:t>
            </a:r>
          </a:p>
          <a:p>
            <a:pPr marL="1596390" marR="513715" indent="-979805" algn="ctr">
              <a:lnSpc>
                <a:spcPct val="98000"/>
              </a:lnSpc>
              <a:spcBef>
                <a:spcPts val="480"/>
              </a:spcBef>
              <a:spcAft>
                <a:spcPts val="0"/>
              </a:spcAft>
            </a:pP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Welcome sign + 2 petites structure Blanche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36 Place cards</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36 menus</a:t>
            </a: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20301</TotalTime>
  <Words>237</Words>
  <Application>Microsoft Macintosh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Perpetua</vt:lpstr>
      <vt:lpstr>Office 2013 - 2022 Theme</vt:lpstr>
      <vt:lpstr>CHLOE &amp; STEVE’S WEDDING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126</cp:revision>
  <dcterms:created xsi:type="dcterms:W3CDTF">2020-01-16T20:29:49Z</dcterms:created>
  <dcterms:modified xsi:type="dcterms:W3CDTF">2026-04-05T22:25:01Z</dcterms:modified>
</cp:coreProperties>
</file>