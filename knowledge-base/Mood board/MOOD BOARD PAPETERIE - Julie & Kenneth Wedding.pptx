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98" r:id="rId1"/>
  </p:sldMasterIdLst>
  <p:notesMasterIdLst>
    <p:notesMasterId r:id="rId11"/>
  </p:notesMasterIdLst>
  <p:sldIdLst>
    <p:sldId id="256" r:id="rId2"/>
    <p:sldId id="307" r:id="rId3"/>
    <p:sldId id="337" r:id="rId4"/>
    <p:sldId id="368" r:id="rId5"/>
    <p:sldId id="366" r:id="rId6"/>
    <p:sldId id="386" r:id="rId7"/>
    <p:sldId id="387" r:id="rId8"/>
    <p:sldId id="388" r:id="rId9"/>
    <p:sldId id="329"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12B6E12-2E82-8448-B0C8-1C4859252ED4}" v="2" dt="2026-02-11T10:03:15.44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558"/>
    <p:restoredTop sz="93156"/>
  </p:normalViewPr>
  <p:slideViewPr>
    <p:cSldViewPr snapToGrid="0" snapToObjects="1">
      <p:cViewPr varScale="1">
        <p:scale>
          <a:sx n="100" d="100"/>
          <a:sy n="100" d="100"/>
        </p:scale>
        <p:origin x="192" y="46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17/02/2026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2</a:t>
            </a:fld>
            <a:endParaRPr lang="fr-FR"/>
          </a:p>
        </p:txBody>
      </p:sp>
    </p:spTree>
    <p:extLst>
      <p:ext uri="{BB962C8B-B14F-4D97-AF65-F5344CB8AC3E}">
        <p14:creationId xmlns:p14="http://schemas.microsoft.com/office/powerpoint/2010/main" val="31689439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419210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103892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7704120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12677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7690933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309568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007095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965061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78678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301493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2/17/26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786325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2/17/26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22357245"/>
      </p:ext>
    </p:extLst>
  </p:cSld>
  <p:clrMap bg1="lt1" tx1="dk1" bg2="lt2" tx2="dk2" accent1="accent1" accent2="accent2" accent3="accent3" accent4="accent4" accent5="accent5" accent6="accent6" hlink="hlink" folHlink="folHlink"/>
  <p:sldLayoutIdLst>
    <p:sldLayoutId id="2147483999" r:id="rId1"/>
    <p:sldLayoutId id="2147484000" r:id="rId2"/>
    <p:sldLayoutId id="2147484001" r:id="rId3"/>
    <p:sldLayoutId id="2147484002" r:id="rId4"/>
    <p:sldLayoutId id="2147484003" r:id="rId5"/>
    <p:sldLayoutId id="2147484004" r:id="rId6"/>
    <p:sldLayoutId id="2147484005" r:id="rId7"/>
    <p:sldLayoutId id="2147484006" r:id="rId8"/>
    <p:sldLayoutId id="2147484007" r:id="rId9"/>
    <p:sldLayoutId id="2147484008" r:id="rId10"/>
    <p:sldLayoutId id="214748400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JULIE &amp; KENNETH</a:t>
            </a:r>
            <a:br>
              <a:rPr lang="fr-FR" dirty="0">
                <a:solidFill>
                  <a:schemeClr val="bg2">
                    <a:lumMod val="50000"/>
                  </a:schemeClr>
                </a:solidFill>
                <a:latin typeface="Perpetua" panose="02020502060401020303" pitchFamily="18" charset="77"/>
              </a:rPr>
            </a:br>
            <a:endParaRPr lang="fr-FR" dirty="0">
              <a:solidFill>
                <a:schemeClr val="bg2">
                  <a:lumMod val="50000"/>
                </a:schemeClr>
              </a:solidFill>
              <a:latin typeface="Perpetua" panose="02020502060401020303" pitchFamily="18" charset="77"/>
            </a:endParaRP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30TH, 2026</a:t>
            </a:r>
          </a:p>
          <a:p>
            <a:r>
              <a:rPr lang="fr-FR" dirty="0">
                <a:solidFill>
                  <a:schemeClr val="bg2">
                    <a:lumMod val="50000"/>
                  </a:schemeClr>
                </a:solidFill>
                <a:latin typeface="Perpetua" panose="02020502060401020303" pitchFamily="18" charset="77"/>
                <a:ea typeface="Perpetua" charset="0"/>
                <a:cs typeface="Perpetua" charset="0"/>
              </a:rPr>
              <a:t>130-150 GUESTS</a:t>
            </a:r>
          </a:p>
          <a:p>
            <a:r>
              <a:rPr lang="fr-FR" dirty="0">
                <a:solidFill>
                  <a:schemeClr val="bg2">
                    <a:lumMod val="50000"/>
                  </a:schemeClr>
                </a:solidFill>
                <a:latin typeface="Perpetua" panose="02020502060401020303" pitchFamily="18" charset="77"/>
                <a:ea typeface="Perpetua" charset="0"/>
                <a:cs typeface="Perpetua" charset="0"/>
              </a:rPr>
              <a:t>LE PRÉ CATELAN</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1309553" y="173786"/>
            <a:ext cx="4786447" cy="786247"/>
          </a:xfrm>
        </p:spPr>
        <p:txBody>
          <a:bodyPr vert="horz" lIns="91440" tIns="45720" rIns="91440" bIns="45720" rtlCol="0" anchor="b">
            <a:normAutofit/>
          </a:bodyPr>
          <a:lstStyle/>
          <a:p>
            <a:r>
              <a:rPr lang="en-US" sz="4000" dirty="0">
                <a:solidFill>
                  <a:schemeClr val="bg2">
                    <a:lumMod val="50000"/>
                  </a:schemeClr>
                </a:solidFill>
                <a:latin typeface="Perpetua" panose="02020502060401020303" pitchFamily="18" charset="77"/>
              </a:rPr>
              <a:t>BARS SIGN</a:t>
            </a:r>
          </a:p>
        </p:txBody>
      </p:sp>
      <p:sp>
        <p:nvSpPr>
          <p:cNvPr id="6" name="TextBox 5">
            <a:extLst>
              <a:ext uri="{FF2B5EF4-FFF2-40B4-BE49-F238E27FC236}">
                <a16:creationId xmlns:a16="http://schemas.microsoft.com/office/drawing/2014/main" id="{CEE297F3-E010-D773-C6C2-DAD7F14B25E8}"/>
              </a:ext>
            </a:extLst>
          </p:cNvPr>
          <p:cNvSpPr txBox="1"/>
          <p:nvPr/>
        </p:nvSpPr>
        <p:spPr>
          <a:xfrm>
            <a:off x="1309552" y="1334603"/>
            <a:ext cx="4786447" cy="5349611"/>
          </a:xfrm>
          <a:prstGeom prst="rect">
            <a:avLst/>
          </a:prstGeom>
        </p:spPr>
        <p:txBody>
          <a:bodyPr vert="horz" lIns="91440" tIns="45720" rIns="91440" bIns="45720" rtlCol="0">
            <a:normAutofit/>
          </a:bodyPr>
          <a:lstStyle/>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bespoke banner will be designed and printed, showcasing the selected beverages</a:t>
            </a:r>
          </a:p>
          <a:p>
            <a:endParaRPr lang="en-US" sz="2400" dirty="0">
              <a:solidFill>
                <a:schemeClr val="bg2">
                  <a:lumMod val="50000"/>
                </a:schemeClr>
              </a:solidFill>
              <a:latin typeface="Perpetua" panose="02020502060401020303" pitchFamily="18" charset="77"/>
            </a:endParaRPr>
          </a:p>
          <a:p>
            <a:r>
              <a:rPr lang="en-US" sz="2400" dirty="0">
                <a:solidFill>
                  <a:schemeClr val="bg2">
                    <a:lumMod val="50000"/>
                  </a:schemeClr>
                </a:solidFill>
                <a:latin typeface="Perpetua" panose="02020502060401020303" pitchFamily="18" charset="77"/>
              </a:rPr>
              <a:t>The décor will echo the reference imagery, styled in harmony with the color </a:t>
            </a:r>
            <a:r>
              <a:rPr lang="en-US" sz="24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B23847F9-96A5-CD78-85D9-B972897C7070}"/>
              </a:ext>
            </a:extLst>
          </p:cNvPr>
          <p:cNvPicPr>
            <a:picLocks noChangeAspect="1"/>
          </p:cNvPicPr>
          <p:nvPr/>
        </p:nvPicPr>
        <p:blipFill>
          <a:blip r:embed="rId3"/>
          <a:srcRect l="2549" r="2549"/>
          <a:stretch/>
        </p:blipFill>
        <p:spPr>
          <a:xfrm>
            <a:off x="7912149" y="267674"/>
            <a:ext cx="3986156" cy="6300436"/>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107996"/>
          </a:xfrm>
          <a:prstGeom prst="rect">
            <a:avLst/>
          </a:prstGeom>
          <a:noFill/>
        </p:spPr>
        <p:txBody>
          <a:bodyPr wrap="square" rtlCol="0">
            <a:spAutoFit/>
          </a:bodyPr>
          <a:lstStyle/>
          <a:p>
            <a:pPr algn="ctr"/>
            <a:r>
              <a:rPr lang="en-AE" sz="2200" dirty="0">
                <a:solidFill>
                  <a:srgbClr val="FFC000"/>
                </a:solidFill>
                <a:latin typeface="Perpetua" panose="02020502060401020303" pitchFamily="18" charset="77"/>
              </a:rPr>
              <a:t>Audrey’s note: To create an harmony between the differents signage </a:t>
            </a:r>
            <a:r>
              <a:rPr lang="en-US" sz="2200" dirty="0">
                <a:solidFill>
                  <a:srgbClr val="FFC000"/>
                </a:solidFill>
                <a:latin typeface="Perpetua" panose="02020502060401020303" pitchFamily="18" charset="77"/>
              </a:rPr>
              <a:t>I</a:t>
            </a:r>
            <a:r>
              <a:rPr lang="en-AE" sz="2200" dirty="0">
                <a:solidFill>
                  <a:srgbClr val="FFC000"/>
                </a:solidFill>
                <a:latin typeface="Perpetua" panose="02020502060401020303" pitchFamily="18" charset="77"/>
              </a:rPr>
              <a:t> recommend using the same font style and color (as much as possible) – TBC with Julie 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208601" y="-91883"/>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408503" y="1739839"/>
            <a:ext cx="5461111" cy="3847207"/>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Baroque-style gold mirror will showcase the bride and groom’s names in luminous gold script, paired with the wedding date in refined dark brown typography, exuding sophistication and timeless elegance</a:t>
            </a:r>
          </a:p>
          <a:p>
            <a:pPr marL="342900" indent="-342900" fontAlgn="base">
              <a:buFont typeface="Arial" panose="020B0604020202020204" pitchFamily="34" charset="0"/>
              <a:buChar char="•"/>
            </a:pPr>
            <a:endParaRPr lang="en-US" sz="2200" dirty="0">
              <a:solidFill>
                <a:schemeClr val="bg2">
                  <a:lumMod val="50000"/>
                </a:schemeClr>
              </a:solidFill>
              <a:latin typeface="Perpetua" panose="02020502060401020303" pitchFamily="18" charset="77"/>
            </a:endParaRPr>
          </a:p>
          <a:p>
            <a:pPr fontAlgn="base"/>
            <a:r>
              <a:rPr lang="en-US" sz="2200" dirty="0">
                <a:solidFill>
                  <a:srgbClr val="FF0000"/>
                </a:solidFill>
                <a:highlight>
                  <a:srgbClr val="FFFF00"/>
                </a:highlight>
                <a:latin typeface="Perpetua" panose="02020502060401020303" pitchFamily="18" charset="77"/>
              </a:rPr>
              <a:t>The gold frame will be a distinct variation from the reference image, providing a bespoke and sophisticated touch while preserving the overall elegance of the design</a:t>
            </a:r>
          </a:p>
          <a:p>
            <a:pPr marL="342900" indent="-342900" fontAlgn="base">
              <a:buFont typeface="Arial" panose="020B0604020202020204" pitchFamily="34" charset="0"/>
              <a:buChar char="•"/>
            </a:pPr>
            <a:endParaRPr lang="en-US" sz="2400" dirty="0">
              <a:solidFill>
                <a:schemeClr val="bg2">
                  <a:lumMod val="5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l="3490" t="43218" r="19462"/>
          <a:stretch>
            <a:fillRect/>
          </a:stretch>
        </p:blipFill>
        <p:spPr>
          <a:xfrm>
            <a:off x="5967150" y="1739839"/>
            <a:ext cx="6112128" cy="3378322"/>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2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mirror with a gold frame will display the seating chart, featuring dark brown script typography printed on white paper and elegantly mounted with gold wax seals, presenting each table number and guest name</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large-sized floral arrangement will be displayed at the base of the seating chart, with décor echoing the reference imagery and styled in harmony with the color </a:t>
            </a:r>
            <a:r>
              <a:rPr lang="en-US" sz="2400" dirty="0">
                <a:solidFill>
                  <a:srgbClr val="FFC000"/>
                </a:solidFill>
                <a:latin typeface="Perpetua" panose="02020502060401020303" pitchFamily="18" charset="77"/>
              </a:rPr>
              <a:t>palette detailed on slide #2</a:t>
            </a:r>
            <a:endParaRPr lang="en-US" sz="2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5" name="Picture 4">
            <a:extLst>
              <a:ext uri="{FF2B5EF4-FFF2-40B4-BE49-F238E27FC236}">
                <a16:creationId xmlns:a16="http://schemas.microsoft.com/office/drawing/2014/main" id="{8CF77F8A-ACC1-516B-1572-D0A7F140DA7D}"/>
              </a:ext>
            </a:extLst>
          </p:cNvPr>
          <p:cNvPicPr>
            <a:picLocks noChangeAspect="1"/>
          </p:cNvPicPr>
          <p:nvPr/>
        </p:nvPicPr>
        <p:blipFill>
          <a:blip r:embed="rId2"/>
          <a:srcRect l="9848" t="2157" r="8353" b="636"/>
          <a:stretch>
            <a:fillRect/>
          </a:stretch>
        </p:blipFill>
        <p:spPr>
          <a:xfrm>
            <a:off x="7147931" y="217448"/>
            <a:ext cx="4254695" cy="6423103"/>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l="9741" t="24141" r="9172" b="38918"/>
          <a:stretch>
            <a:fillRect/>
          </a:stretch>
        </p:blipFill>
        <p:spPr>
          <a:xfrm>
            <a:off x="6694713" y="1041042"/>
            <a:ext cx="4844144" cy="4775915"/>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refined rectangular design, printed on warm white paper and adorned with dark brown script typography and a subtle dusty pink printed knot, will be elegantly displayed on a wooden holder</a:t>
            </a:r>
            <a:endParaRPr lang="en-US" sz="2200" dirty="0">
              <a:solidFill>
                <a:schemeClr val="bg2">
                  <a:lumMod val="50000"/>
                </a:schemeClr>
              </a:solidFill>
              <a:latin typeface="Perpetua" panose="02020502060401020303" pitchFamily="18" charset="77"/>
              <a:ea typeface="+mj-ea"/>
              <a:cs typeface="+mj-cs"/>
            </a:endParaRP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l="8374" t="30421" r="9693" b="25161"/>
          <a:stretch>
            <a:fillRect/>
          </a:stretch>
        </p:blipFill>
        <p:spPr>
          <a:xfrm>
            <a:off x="7130143" y="832757"/>
            <a:ext cx="4425810" cy="5192486"/>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large rectangular design, crafted from warm white, smooth, thick matte paper and adorned with elegant dark script typography and subtle dusty pink detailing, creating a refined and harmonious aesthetic</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l="10308" t="22527" r="14512" b="36707"/>
          <a:stretch>
            <a:fillRect/>
          </a:stretch>
        </p:blipFill>
        <p:spPr>
          <a:xfrm>
            <a:off x="6890656" y="750999"/>
            <a:ext cx="4564244" cy="5356002"/>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2218610" cy="2804870"/>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a:solidFill>
                  <a:schemeClr val="bg2">
                    <a:lumMod val="50000"/>
                  </a:schemeClr>
                </a:solidFill>
                <a:latin typeface="Perpetua" panose="02020502060401020303" pitchFamily="18" charset="77"/>
                <a:ea typeface="Noto Sans"/>
                <a:cs typeface="Noto Sans"/>
              </a:rPr>
              <a:t>NOTES POUR LE DESIGNER / IMPRIMEUR: </a:t>
            </a:r>
            <a:endParaRPr lang="en-US" sz="2400" b="1" dirty="0">
              <a:solidFill>
                <a:schemeClr val="accent5">
                  <a:lumMod val="60000"/>
                  <a:lumOff val="40000"/>
                </a:schemeClr>
              </a:solidFill>
              <a:latin typeface="Perpetua" panose="02020502060401020303" pitchFamily="18" charset="77"/>
              <a:ea typeface="Noto Sans"/>
              <a:cs typeface="Noto Sans"/>
            </a:endParaRPr>
          </a:p>
          <a:p>
            <a:pPr marL="1596390" marR="513715" indent="-979805" algn="ctr">
              <a:lnSpc>
                <a:spcPct val="98000"/>
              </a:lnSpc>
              <a:spcBef>
                <a:spcPts val="480"/>
              </a:spcBef>
              <a:spcAft>
                <a:spcPts val="0"/>
              </a:spcAft>
            </a:pP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BAR SIGN</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WELCOME SIGN</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SEATING CHART (15  CARTES A “COLLER” SUR MIRROIR QUE JE FOURNIRAI)</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150 PLACE CARDS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15 NUMEROS DE TABLES</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 150 MENUS</a:t>
            </a: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19725</TotalTime>
  <Words>403</Words>
  <Application>Microsoft Macintosh PowerPoint</Application>
  <PresentationFormat>Widescreen</PresentationFormat>
  <Paragraphs>50</Paragraphs>
  <Slides>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Calibri</vt:lpstr>
      <vt:lpstr>Calibri Light</vt:lpstr>
      <vt:lpstr>Perpetua</vt:lpstr>
      <vt:lpstr>Office 2013 - 2022 Theme</vt:lpstr>
      <vt:lpstr>JULIE &amp; KENNETH </vt:lpstr>
      <vt:lpstr>BARS 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117</cp:revision>
  <dcterms:created xsi:type="dcterms:W3CDTF">2020-01-16T20:29:49Z</dcterms:created>
  <dcterms:modified xsi:type="dcterms:W3CDTF">2026-02-17T14:20:13Z</dcterms:modified>
</cp:coreProperties>
</file>